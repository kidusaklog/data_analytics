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97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Kidus Tesema | Year Up United Data Analytics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498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Iowa Liquor Sales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Pernod Ricard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235915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focus: Pernod Ricard </a:t>
            </a:r>
            <a:r>
              <a:rPr lang="en-US" sz="15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50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Database: sales, products, stores, and counties</a:t>
            </a:r>
            <a:r>
              <a:rPr lang="en-US" sz="15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32120" y="685800"/>
            <a:ext cx="598932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" name="Image 0" descr="/mnt/data/user-rKbC3HS9iP9cPGWdLuiq2uBi/6c5248ca6eee4c388e3971f5cfbcce35/mnt/data/dashboard_preview.png"/>
          <p:cNvPicPr>
            <a:picLocks noChangeAspect="1"/>
          </p:cNvPicPr>
          <p:nvPr/>
        </p:nvPicPr>
        <p:blipFill>
          <a:blip r:embed="rId3"/>
          <a:srcRect l="13109" r="13109"/>
          <a:stretch/>
        </p:blipFill>
        <p:spPr>
          <a:xfrm>
            <a:off x="5669280" y="822960"/>
            <a:ext cx="5715000" cy="5166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5504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Kidus Tesema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792" y="5742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Up United – Data Analytics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735"/>
    </mc:Choice>
    <mc:Fallback>
      <p:transition spd="slow" advTm="447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and data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evaluate Pernod Ricard performance in the Iowa liquor market using tested SQL outputs and Excel summaries.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focused on 17 completed SQL questions covering transactions, products, stores, counties, joins, aggregation, and subqueries.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sales table is the core fact table, while products, stores, and counties enrich each transaction with product, location, and population context.</a:t>
            </a:r>
            <a:r>
              <a:rPr lang="en-US" sz="1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was designed to answer three business questions: what sells best, where revenue is strongest, and where competition or growth pressure appears.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73075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8F7F5"/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82219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40233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$28.16M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16352" y="373075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8F7F5"/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2219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bottle price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44368" y="40233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$18.08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4535424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CF4DF"/>
          </a:solidFill>
          <a:ln w="12700">
            <a:solidFill>
              <a:srgbClr val="FCF4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62686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2014 sales rows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" y="4828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9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24,150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16352" y="4535424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CF4DF"/>
          </a:solidFill>
          <a:ln w="12700">
            <a:solidFill>
              <a:srgbClr val="FCF4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462686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&gt; $2k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44368" y="4828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9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1,015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23560" y="1371600"/>
            <a:ext cx="58521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5361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relationship diagram (ERD)</a:t>
            </a:r>
            <a:endParaRPr lang="en-US" sz="1150" dirty="0"/>
          </a:p>
        </p:txBody>
      </p:sp>
      <p:pic>
        <p:nvPicPr>
          <p:cNvPr id="20" name="Image 0" descr="/mnt/data/Screenshot 2026-04-27 141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904601"/>
            <a:ext cx="5596128" cy="39631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314"/>
    </mc:Choice>
    <mc:Fallback>
      <p:transition spd="slow" advTm="11231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demand and category leadership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charts below show that Pernod Ricard has a clear hero product and a strong category mix led by imported vodka.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transaction count</a:t>
            </a:r>
            <a:endParaRPr lang="en-US" sz="1150" dirty="0"/>
          </a:p>
        </p:txBody>
      </p:sp>
      <p:pic>
        <p:nvPicPr>
          <p:cNvPr id="7" name="Image 0" descr="/mnt/data/slide_assets/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39285"/>
            <a:ext cx="5312664" cy="325278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1417320"/>
            <a:ext cx="541324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4224" y="1508760"/>
            <a:ext cx="508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Pernod Ricard liquor category</a:t>
            </a:r>
            <a:endParaRPr lang="en-US" sz="1150" dirty="0"/>
          </a:p>
        </p:txBody>
      </p:sp>
      <p:pic>
        <p:nvPicPr>
          <p:cNvPr id="10" name="Image 1" descr="/mnt/data/slide_assets/categ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50558"/>
            <a:ext cx="5193792" cy="32415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5742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 Swedish Vodka 80 Prf is the hero product with 33,138 transactions and 365,020 bottles sold.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Vodka is the largest revenue category at $7.88M, followed by Irish Whiskies at $5.26M and Flavored Rum at $4.09M.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mix shows a strong core business with room to use leading products as anchors for cross-category growth.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536"/>
    </mc:Choice>
    <mc:Fallback>
      <p:transition spd="slow" advTm="805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 +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footprint and geographic strongholds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and county results show where Pernod Ricard already performs well and where field execution can be concentrated for the biggest payoff.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stores by total revenue</a:t>
            </a:r>
            <a:endParaRPr lang="en-US" sz="1150" dirty="0"/>
          </a:p>
        </p:txBody>
      </p:sp>
      <p:pic>
        <p:nvPicPr>
          <p:cNvPr id="7" name="Image 0" descr="/mnt/data/slide_assets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35610"/>
            <a:ext cx="5312664" cy="32714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1417320"/>
            <a:ext cx="541324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4224" y="1508760"/>
            <a:ext cx="508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counties by total revenue</a:t>
            </a:r>
            <a:endParaRPr lang="en-US" sz="1150" dirty="0"/>
          </a:p>
        </p:txBody>
      </p:sp>
      <p:pic>
        <p:nvPicPr>
          <p:cNvPr id="10" name="Image 1" descr="/mnt/data/slide_assets/coun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68130"/>
            <a:ext cx="5193792" cy="32063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5742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Hy-Vee #3 / BDI / Des Moines is the strongest retail partner at $1.32M in revenue.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Polk County is the geographic stronghold at $6.82M, with Linn and Johnson forming the next highest cluster.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county above 10,000 population had zero Pernod Ricard sales, which means the brand already has statewide reach in larger population centers.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513"/>
    </mc:Choice>
    <mc:Fallback>
      <p:transition spd="slow" advTm="7351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THREATS + 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pressure and market expansion signals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vodka leadership is strong, but the category remains contested and growth depends on defending share while broadening the mix.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5385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vodka vendors by revenue</a:t>
            </a:r>
            <a:endParaRPr lang="en-US" sz="1150" dirty="0"/>
          </a:p>
        </p:txBody>
      </p:sp>
      <p:pic>
        <p:nvPicPr>
          <p:cNvPr id="7" name="Image 0" descr="/mnt/data/slide_assets/competi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90369"/>
            <a:ext cx="5495544" cy="3390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17904"/>
            <a:ext cx="5212080" cy="2029968"/>
          </a:xfrm>
          <a:prstGeom prst="roundRect">
            <a:avLst>
              <a:gd name="adj" fmla="val 3153"/>
            </a:avLst>
          </a:prstGeom>
          <a:solidFill>
            <a:srgbClr val="F0FBF9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1968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01968" y="202996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$10–$20 state-bottle-cost segment produced 94,416 rows, making mid-tier promotions a practical growth lever.</a:t>
            </a: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Whiskies and Flavored Rum already contribute meaningful revenue and can reduce overreliance on one lead category.</a:t>
            </a: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markets such as Des Moines and Iowa City are ideal for targeted display, pricing, and inventory support.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3712464"/>
            <a:ext cx="5212080" cy="2176272"/>
          </a:xfrm>
          <a:prstGeom prst="roundRect">
            <a:avLst>
              <a:gd name="adj" fmla="val 2941"/>
            </a:avLst>
          </a:prstGeom>
          <a:solidFill>
            <a:srgbClr val="FFF7EB"/>
          </a:solidFill>
          <a:ln w="12700">
            <a:solidFill>
              <a:srgbClr val="F2D1A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196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89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01968" y="422452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Bacardi ($5.77M) and Diageo ($3.35M) are the closest revenue competitors inside imported vodka.</a:t>
            </a: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2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Vodka contributes about 28% of total Pernod Ricard revenue, creating category concentration risk.</a:t>
            </a:r>
            <a:r>
              <a:rPr lang="en-US" sz="12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2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Polk County alone drives roughly 24% of revenue, so performance is sensitive to a small set of large markets.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004"/>
    </mc:Choice>
    <mc:Fallback>
      <p:transition spd="slow" advTm="11900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Iowa results say strategically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findings can be condensed into a simple SWOT view for management discussion.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EF8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leader in imported vodka revenue ($7.88M).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product with high recurring demand: Absolut Swedish Vodka 80 Prf.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urban partners and broad coverage across larger counties.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245352" y="1572768"/>
            <a:ext cx="528523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9944" y="20116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concentrated in one lead category and one lead county.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performance gap between the top partner stores and the rest of the network.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 tail of smaller markets contributes less to total growth.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8368" y="374904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FFF7E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95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89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18795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mid-tier pricing activity to design promotions and shelf strategy.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secondary categories such as Irish Whiskies and Flavored Rum.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Deepen execution in Des Moines and Iowa City where velocity is already proven.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45352" y="3749040"/>
            <a:ext cx="5285232" cy="1874520"/>
          </a:xfrm>
          <a:prstGeom prst="roundRect">
            <a:avLst>
              <a:gd name="adj" fmla="val 3415"/>
            </a:avLst>
          </a:prstGeom>
          <a:solidFill>
            <a:srgbClr val="FDEAD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3895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470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9944" y="4187952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Bacardi and Diageo continue to pressure share in imported vodka.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 vodka categories can dilute growth if focus stays too narrow.</a:t>
            </a:r>
            <a:r>
              <a:rPr lang="en-US" sz="13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20" b="1" dirty="0">
                <a:solidFill>
                  <a:srgbClr val="B5470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reliance on a few large markets raises performance volatility.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642"/>
    </mc:Choice>
    <mc:Fallback>
      <p:transition spd="slow" advTm="13164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+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Pernod Ricard should focus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points to a defend-and-expand strategy: protect the strongest business, then grow the next most attractive pockets.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82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993392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Pernod Ricard generated $28.16M in total revenue with an average bottle price of $18.08.</a:t>
            </a:r>
            <a:r>
              <a:rPr lang="en-US" sz="1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is anchored by Absolut Swedish Vodka 80 Prf, imported vodka leadership, and a strong footprint in Polk County and major urban stores.</a:t>
            </a:r>
            <a:r>
              <a:rPr lang="en-US" sz="1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strategic need is to grow without becoming too dependent on one category or one geography.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89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97764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imported vodka share in top accounts through pricing, displays, and shelf availability.</a:t>
            </a:r>
            <a:r>
              <a:rPr lang="en-US" sz="1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leading products to pull up adjacent categories such as Irish Whiskies and Flavored Rum.</a:t>
            </a:r>
            <a:r>
              <a:rPr lang="en-US" sz="1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350" b="1" dirty="0">
                <a:solidFill>
                  <a:srgbClr val="B889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Des Moines, Polk County, Linn, and Johnson for targeted promotions and inventory planning.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1481328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 snapshot</a:t>
            </a:r>
            <a:endParaRPr lang="en-US" sz="1150" dirty="0"/>
          </a:p>
        </p:txBody>
      </p:sp>
      <p:pic>
        <p:nvPicPr>
          <p:cNvPr id="12" name="Image 0" descr="/mnt/data/user-rKbC3HS9iP9cPGWdLuiq2uBi/6c5248ca6eee4c388e3971f5cfbcce35/mnt/data/dashboard_preview.png"/>
          <p:cNvPicPr>
            <a:picLocks noChangeAspect="1"/>
          </p:cNvPicPr>
          <p:nvPr/>
        </p:nvPicPr>
        <p:blipFill>
          <a:blip r:embed="rId3"/>
          <a:srcRect l="1369" r="1369"/>
          <a:stretch/>
        </p:blipFill>
        <p:spPr>
          <a:xfrm>
            <a:off x="6053328" y="1901952"/>
            <a:ext cx="5266944" cy="3611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72784" y="5559552"/>
            <a:ext cx="4828032" cy="384048"/>
          </a:xfrm>
          <a:prstGeom prst="roundRect">
            <a:avLst>
              <a:gd name="adj" fmla="val 11905"/>
            </a:avLst>
          </a:prstGeom>
          <a:solidFill>
            <a:srgbClr val="ECFDF3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564184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Pernod Ricard is well-positioned in Iowa, with the clearest upside coming from focused urban execution and balanced category growth.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98"/>
    </mc:Choice>
    <mc:Fallback>
      <p:transition spd="slow" advTm="3839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930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Liquor Sales Analysis – Pernod Ricard</dc:title>
  <dc:subject>Iowa Liquor Sales Analysis – Pernod Ricard</dc:subject>
  <dc:creator>OpenAI</dc:creator>
  <cp:lastModifiedBy>kidus aklog</cp:lastModifiedBy>
  <cp:revision>2</cp:revision>
  <dcterms:created xsi:type="dcterms:W3CDTF">2026-05-01T00:05:51Z</dcterms:created>
  <dcterms:modified xsi:type="dcterms:W3CDTF">2026-05-01T03:09:31Z</dcterms:modified>
</cp:coreProperties>
</file>